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PTD-BR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Planos de Transformação Digital do Governo Federal Brasileiro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Coleta · Extração · Estruturação · Análise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112471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IPEA / COGIT / DIEST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Denise do Carmo Direito  ·  Lucas Freire Silva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Versão 3.0  ·  31/03/2026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Documento de trabalho — não citar sem autorização dos autores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O QUE SÃO OS PTDs?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Base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Decreto nº 12.198/2024 · Portaria SGD/MGI nº 6.618/2024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Obrigação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90 órgãos da APF pactuam metas digitais com o MGI para 2025–2027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6 Eixos da EFGD (Estratégia Federal de Governo Digital)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Documentos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988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Anexo de Entregas (metas) + Documento Diretivo (riscos e diretrizes)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Publicação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046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Portal Gov Digital — PDFs públicos assinados digitalmente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D2B4E"/>
                </a:solidFill>
              </a:rPr>
              <a:t>Por que coletar?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035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Nenhuma base estruturada dos PTDs existia — este corpus é inédito.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ARQUITETURA DO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463040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37160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Scraping dinâmico do portal → URLs dos PDFs → Download com SHA-256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4E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463040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Extração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9748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Docling TableFormer → tabelas dos PDFs → corpus_raw.csv + manifesto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F7A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46304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Curadoria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0233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Parser texto→campos · Correção de eixo · Tipo de entrega · Flag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463040" cy="100584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Análise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4924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Visualizações · Relatório HTML · Metadados JSON ·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O QUE FOI COLETADO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órgãos
catalogados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PDFs únicos
baixados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5.825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linhas no
corpus bruto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3258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grupos
compartilhados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Grupos compartilhados (PDF único, N órgãos):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MMA → IBAMA · ICMBio · SFB · JBRJ  (1.715 linhas)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MF  → RFB · PGFN · STN  (328 linhas)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MT  → ANTT · DNIT  (132 linhas)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MDA → CONAB  (96 linhas)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</a:rPr>
              <a:t>Nota: scraping dinâmico do portal (v3.0) substitui URLs hardcoded — elimina causa dos 100 erros 404 da versão anterior.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CORPUS DE ENTREGAS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4E"/>
                </a:solidFill>
              </a:rPr>
              <a:t>Unidade de análise: comprometimento = serviço × 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</a:rPr>
              <a:t>Um mesmo serviço pode pactar N produtos → N linhas. Média: 2,07 produtos/serviço (54 diretivos). Design intencional do template SGD v2.3.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02920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Centrado no Cidadão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240280"/>
            <a:ext cx="502920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Integrado e Colaborativo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240280"/>
            <a:ext cx="50292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~4%*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Inteligente e Inovador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502920" cy="1005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~22%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Confiável e Seguro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703320"/>
            <a:ext cx="502920" cy="100584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794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51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977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Transparente e Aberto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502920" cy="100584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794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251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977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Eficiente e Sustentável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</a:rPr>
              <a:t>* E3 auditado: 21 registros PGFN reclassificados E3→E1 (bug state machine)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PROBLEMAS IDENTIFICADOS E CORREÇÕES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State machine de eixo sem reset por página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Contaminou 21 registros PGFN com E3 incorreto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2344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v3.0: eixo_atual = None a cada nova página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3152" cy="8229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URLs hardcoded no CATÁLOGO (100/120 com 404)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Pipeline de extração falhava na maioria dos PDFs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v3.0: scraping dinâmico do portal 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39"/>
            <a:ext cx="7315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9183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PRODUTOS hardcoded no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Exige edição do código a cada novo ciclo PTD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42899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v2.1: externalizado em config/produtos_sgd_v23.json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7315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Correção E3 PGFN-específica (frágil)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Falha para qualquer novo órgão com padrão similar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v2.1: regras em config/correcoes_eixo.json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86400"/>
            <a:ext cx="73152" cy="822960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864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Sem SHA-256 dos PDFs nos registros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Impossível rastrear registro → PDF de origem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623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v3.0: pdf_sha256 em cada linha + pipeline_manifest.json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QUALIDADE DO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Cobertura de órgãos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64/90 com dados extraídos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~65%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Parse OK (serv+prod)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Linhas com todos os campos identificados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17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~55%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Cobertura data_ptd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Datas de entrega extraídas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2608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2608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017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~4%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E3 genuíno (corrigido)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2 registros IA real vs 23 originais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548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IA real identificada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Registros em 14 órgãos (PAT_IA_REAL preciso)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6344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66344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7548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44%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440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Mandatório vs disco.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PPSI + Login + Avaliação + Revisão descrição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AVALIAÇÃO DE PRONTIDÃO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325880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325880"/>
            <a:ext cx="30175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Completude da 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88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3/5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Scraping dinâmico implementado; ~30% PDFs ainda sem extração validada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093976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93976"/>
            <a:ext cx="4023360" cy="411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Qualidade da extração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9568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4/5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025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Docling TableFormer + fix state machine; OCR para PDFs tarjados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862072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2862072"/>
            <a:ext cx="4023360" cy="411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24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Curadoria semântica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249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4/5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70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Parser, tipo_entrega, ia_real, correção E3 com regras externas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630168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630168"/>
            <a:ext cx="4023360" cy="411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930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Rastreabilidade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493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4/5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538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SHA-256 PDFs + hashes CSV inputs + pipeline_manifest.json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398264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4398264"/>
            <a:ext cx="30175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611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Reprodutibilidade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611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3/5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306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Checkpoints implementados; falta documentação de ambiente (requirements.txt)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5166360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5166360"/>
            <a:ext cx="30175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Ciência aberta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029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3/5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074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Código versionado no GitHub; falta DOI de dados e licença explícita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934456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5934456"/>
            <a:ext cx="201168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7972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Pronto para publicação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797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</a:rPr>
              <a:t>2/5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8430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Requires: validação manual amostra + relatório HTML + DOI Zenodo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Curto prazo
(1–2 sem)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Rodar v3.0 com scraping dinâmico e validar cobertura de PDFs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Adicionar requirements.txt + README de execução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Validação manual de amostra: 5% das linhas (±290 registros)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Médio prazo
(1 mês)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Integrar extração de riscos ao manifesto 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Gerar relatório HTML autocontido (ETAPA 7 do v3.0)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63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Publicar corpus no Repositório de Dados IPEA (DOI)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Longo prazo
(ciclo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Atualizar config/produtos_sgd_v*.json para novo template SGD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Processar novos PTDs 2026–2028 sem refatoração do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63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Produzir análise comparativa ciclo 2025 vs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BALANÇO DE SESSÃO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✅ ENTREGUES NESTA SESSÃO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ptd_pipeline_v30.py     — Pipeline de extração com 5 fixes críticos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ptd_corpus_v21.py       — Curadoria com regras externas e rastreabilidade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config/produtos_sgd_v23.json   — Taxonomia SGD externalizada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config/correcoes_eixo.json     — Regras de auditoria versionadas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gerar_apresentacao.py   — Gerador desta apresentação (reproduzível)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apresentacao_ptd_corpus.pptx  — Esta apresentação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471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⚠️  PENDENTE (próxima sessão)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• Executar v3.0 com PDFs reais e validar cobertura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566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• requirements.txt + documentação de ambiente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9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• Amostra de validação manual (5%) e correção de parse_flag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Gerado em 31/03/2026 15:40 | COGIT/DIEST/IPEA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